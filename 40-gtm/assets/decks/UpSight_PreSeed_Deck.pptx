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UpSight helps B2B founders and CROs discover what customers really need.</a:t>
            </a:r>
          </a:p>
          <a:p>
            <a:pPr>
              <a:spcAft>
                <a:spcPts val="1000"/>
              </a:spcAft>
              <a:defRPr sz="2000"/>
            </a:pPr>
            <a:r>
              <a:t>We turn messy interviews into structured insights and next steps.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Sales discovery and customer research are broken:</a:t>
            </a:r>
          </a:p>
          <a:p>
            <a:pPr>
              <a:spcAft>
                <a:spcPts val="1000"/>
              </a:spcAft>
              <a:defRPr sz="2000"/>
            </a:pPr>
            <a:r>
              <a:t>- Calls are recorded but not understood.</a:t>
            </a:r>
          </a:p>
          <a:p>
            <a:pPr>
              <a:spcAft>
                <a:spcPts val="1000"/>
              </a:spcAft>
              <a:defRPr sz="2000"/>
            </a:pPr>
            <a:r>
              <a:t>- Insights are lost in notes or AI noise.</a:t>
            </a:r>
          </a:p>
          <a:p>
            <a:pPr>
              <a:spcAft>
                <a:spcPts val="1000"/>
              </a:spcAft>
              <a:defRPr sz="2000"/>
            </a:pPr>
            <a:r>
              <a:t>- Decisions rely on anecdotes, not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UpSight guides teams through smarter discovery conversations.</a:t>
            </a:r>
          </a:p>
          <a:p>
            <a:pPr>
              <a:spcAft>
                <a:spcPts val="1000"/>
              </a:spcAft>
              <a:defRPr sz="2000"/>
            </a:pPr>
            <a:r>
              <a:t>AI-powered coaching, analysis, and insight visualization close the loop.</a:t>
            </a:r>
          </a:p>
          <a:p>
            <a:pPr>
              <a:spcAft>
                <a:spcPts val="1000"/>
              </a:spcAft>
              <a:defRPr sz="2000"/>
            </a:pPr>
            <a:r>
              <a:t>Every quote is traceable back to real conversations.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Explosion of AI meeting tools—but none connect discovery to action.</a:t>
            </a:r>
          </a:p>
          <a:p>
            <a:pPr>
              <a:spcAft>
                <a:spcPts val="1000"/>
              </a:spcAft>
              <a:defRPr sz="2000"/>
            </a:pPr>
            <a:r>
              <a:t>Revenue teams crave quality pipeline data.</a:t>
            </a:r>
          </a:p>
          <a:p>
            <a:pPr>
              <a:spcAft>
                <a:spcPts val="1000"/>
              </a:spcAft>
              <a:defRPr sz="2000"/>
            </a:pPr>
            <a:r>
              <a:t>AI + compliance + RevOps = new wave of insight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Guided Interview → Transcript → Evidence Graph → Themes → CRM-ready Insights</a:t>
            </a:r>
          </a:p>
          <a:p>
            <a:pPr>
              <a:spcAft>
                <a:spcPts val="1000"/>
              </a:spcAft>
              <a:defRPr sz="2000"/>
            </a:pPr>
            <a:r>
              <a:t>Full traceability to audio, visual summaries, and persona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MVP built; early users testing.</a:t>
            </a:r>
          </a:p>
          <a:p>
            <a:pPr>
              <a:spcAft>
                <a:spcPts val="1000"/>
              </a:spcAft>
              <a:defRPr sz="2000"/>
            </a:pPr>
            <a:r>
              <a:t>Initial feedback strong from founders and CROs.</a:t>
            </a:r>
          </a:p>
          <a:p>
            <a:pPr>
              <a:spcAft>
                <a:spcPts val="1000"/>
              </a:spcAft>
              <a:defRPr sz="2000"/>
            </a:pPr>
            <a:r>
              <a:t>Preparing for 200 business customers post-launch.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Target: Mid-market B2B SaaS firms doing consultative sales.</a:t>
            </a:r>
          </a:p>
          <a:p>
            <a:pPr>
              <a:spcAft>
                <a:spcPts val="1000"/>
              </a:spcAft>
              <a:defRPr sz="2000"/>
            </a:pPr>
            <a:r>
              <a:t>TAM: ~$5B in sales enablement &amp; research tools.</a:t>
            </a:r>
          </a:p>
          <a:p>
            <a:pPr>
              <a:spcAft>
                <a:spcPts val="1000"/>
              </a:spcAft>
              <a:defRPr sz="2000"/>
            </a:pPr>
            <a:r>
              <a:t>Beachhead: Founders, RevOps, and CROs seeking customer clarity.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ICP &amp; Beachhead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Ideal Customer: CROs &amp; founders with consultative sales teams (10–500 employees).</a:t>
            </a:r>
          </a:p>
          <a:p>
            <a:pPr>
              <a:spcAft>
                <a:spcPts val="1000"/>
              </a:spcAft>
              <a:defRPr sz="2000"/>
            </a:pPr>
            <a:r>
              <a:t>Use Case: Structure discovery, share insights, improve conversion &amp; retention.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SaaS pricing: per-seat + usage (recordings/analysis).</a:t>
            </a:r>
          </a:p>
          <a:p>
            <a:pPr>
              <a:spcAft>
                <a:spcPts val="1000"/>
              </a:spcAft>
              <a:defRPr sz="2000"/>
            </a:pPr>
            <a:r>
              <a:t>Initial ACV target: $1–2k per team.</a:t>
            </a:r>
          </a:p>
          <a:p>
            <a:pPr>
              <a:spcAft>
                <a:spcPts val="1000"/>
              </a:spcAft>
              <a:defRPr sz="2000"/>
            </a:pPr>
            <a:r>
              <a:t>18-month milestones: Ship v1, hire 2 key team members, 200 paying business customers.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Competition &amp;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Competitors: Gong, Otter, Dovetail, Grain, Notion AI.</a:t>
            </a:r>
          </a:p>
          <a:p>
            <a:pPr>
              <a:spcAft>
                <a:spcPts val="1000"/>
              </a:spcAft>
              <a:defRPr sz="2000"/>
            </a:pPr>
            <a:r>
              <a:t>Our edge: Traceability, guidance, and integrated learning objectives.</a:t>
            </a:r>
          </a:p>
          <a:p>
            <a:pPr>
              <a:spcAft>
                <a:spcPts val="1000"/>
              </a:spcAft>
              <a:defRPr sz="2000"/>
            </a:pPr>
            <a:r>
              <a:t>We focus on conversation quality and decision confidence.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Next 6 months: Launch closed beta, onboard design partners.</a:t>
            </a:r>
          </a:p>
          <a:p>
            <a:pPr>
              <a:spcAft>
                <a:spcPts val="1000"/>
              </a:spcAft>
              <a:defRPr sz="2000"/>
            </a:pPr>
            <a:r>
              <a:t>Next 12 months: SOC2 prep, CRM integrations, guided insights engine.</a:t>
            </a:r>
          </a:p>
          <a:p>
            <a:pPr>
              <a:spcAft>
                <a:spcPts val="1000"/>
              </a:spcAft>
              <a:defRPr sz="2000"/>
            </a:pPr>
            <a:r>
              <a:t>Next 18 months: 200 paying teams, AI summarization loops, RevOps dashboards.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E88E5"/>
                </a:solidFill>
              </a:rPr>
              <a:t>Team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Rick Moy – CEO / CPO</a:t>
            </a:r>
          </a:p>
          <a:p>
            <a:pPr>
              <a:spcAft>
                <a:spcPts val="1000"/>
              </a:spcAft>
              <a:defRPr sz="2000"/>
            </a:pPr>
            <a:r>
              <a:t>Jett Moy – Sr. Developer</a:t>
            </a:r>
          </a:p>
          <a:p>
            <a:pPr>
              <a:spcAft>
                <a:spcPts val="1000"/>
              </a:spcAft>
              <a:defRPr sz="2000"/>
            </a:pPr>
            <a:r>
              <a:t>Jenny Lee &amp; Anthony Manriquez – UX/UI Advisors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Raise: $500K for 18 months runway.</a:t>
            </a:r>
          </a:p>
          <a:p>
            <a:pPr>
              <a:spcAft>
                <a:spcPts val="1000"/>
              </a:spcAft>
              <a:defRPr sz="2000"/>
            </a:pPr>
            <a:r>
              <a:t>Goals: Ship v1, 200 paying customers, expand team and go-to-market.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